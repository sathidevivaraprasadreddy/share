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1_im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1097280" cy="1097280"/>
          </a:xfrm>
          <a:prstGeom prst="rect">
            <a:avLst/>
          </a:prstGeom>
        </p:spPr>
      </p:pic>
      <p:pic>
        <p:nvPicPr>
          <p:cNvPr id="4" name="Picture 3" descr="slide_1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548640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5486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N.B.K.R. INSTITUTE OF SCIENCE &amp; TECHNOLOGY</a:t>
            </a:r>
          </a:p>
          <a:p>
            <a:pPr algn="ctr">
              <a:defRPr sz="1300" b="1">
                <a:solidFill>
                  <a:srgbClr val="F43F5E"/>
                </a:solidFill>
              </a:defRPr>
            </a:pPr>
            <a:r>
              <a:t>DEPARTMENT OF COMPUTER SCIENCE &amp;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43F5E"/>
                </a:solidFill>
                <a:latin typeface="Segoe UI"/>
              </a:defRPr>
            </a:pPr>
            <a:r>
              <a:t>QuickShare 🚀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Modern, 100% Free &amp; Ephemeral Cross-Device File Sharing Platform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</a:defRPr>
            </a:pPr>
            <a:r>
              <a:t>6-Digit Quick Codes  •  In-App Recipient Inboxes  •  WhatsApp Groups &amp; Live Chat  •  Personal Cloud Drive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3657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43F5E"/>
                </a:solidFill>
              </a:defRPr>
            </a:pPr>
            <a:r>
              <a:t>SUBMITTED TO: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Dr. M. Sivapratap Reddy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Professor, Department of CSE</a:t>
            </a:r>
            <a:br/>
            <a:r>
              <a:t>NBKRIST, Vidyanagar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114800"/>
            <a:ext cx="68580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43F5E"/>
                </a:solidFill>
              </a:defRPr>
            </a:pPr>
            <a:r>
              <a:t>PROJECT TEAM MEMBERS:</a:t>
            </a:r>
          </a:p>
          <a:p>
            <a:pPr>
              <a:spcBef>
                <a:spcPts val="200"/>
              </a:spcBef>
              <a:defRPr sz="1200">
                <a:solidFill>
                  <a:srgbClr val="E2E8F0"/>
                </a:solidFill>
              </a:defRPr>
            </a:pPr>
            <a:r>
              <a:t>24KB1A05GP  —  S D Vara Prasad Reddy</a:t>
            </a:r>
          </a:p>
          <a:p>
            <a:pPr>
              <a:spcBef>
                <a:spcPts val="200"/>
              </a:spcBef>
              <a:defRPr sz="1200">
                <a:solidFill>
                  <a:srgbClr val="E2E8F0"/>
                </a:solidFill>
              </a:defRPr>
            </a:pPr>
            <a:r>
              <a:t>24KB1A05HD  —  Shaik Arif</a:t>
            </a:r>
          </a:p>
          <a:p>
            <a:pPr>
              <a:spcBef>
                <a:spcPts val="200"/>
              </a:spcBef>
              <a:defRPr sz="1200">
                <a:solidFill>
                  <a:srgbClr val="E2E8F0"/>
                </a:solidFill>
              </a:defRPr>
            </a:pPr>
            <a:r>
              <a:t>24KB1A05HW  —  Sk Mohammed Rasikh</a:t>
            </a:r>
          </a:p>
          <a:p>
            <a:pPr>
              <a:spcBef>
                <a:spcPts val="200"/>
              </a:spcBef>
              <a:defRPr sz="1200">
                <a:solidFill>
                  <a:srgbClr val="E2E8F0"/>
                </a:solidFill>
              </a:defRPr>
            </a:pPr>
            <a:r>
              <a:t>24KB1A05JE  —  Shaik Rehan</a:t>
            </a:r>
          </a:p>
          <a:p>
            <a:pPr>
              <a:spcBef>
                <a:spcPts val="200"/>
              </a:spcBef>
              <a:defRPr sz="1200">
                <a:solidFill>
                  <a:srgbClr val="E2E8F0"/>
                </a:solidFill>
              </a:defRPr>
            </a:pPr>
            <a:r>
              <a:t>24KB1A05NB  —  Veeravalli Syam Sundar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THE REAL-WORLD DILEMMA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Sharing Files is Harder Than It Should Be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Current file sharing options force trade-offs between convenience, speed, and privacy.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_2_im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92024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2468880"/>
            <a:ext cx="1965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Forced Accounts &amp; Apps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Google Drive &amp; OneDrive demand Google/Microsoft accounts.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Sharing files requires permission grants and link management.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Receivers must have native apps or sign in to 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5146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2_img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192024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03320" y="2468880"/>
            <a:ext cx="1965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Aggressive Compression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WhatsApp &amp; Telegram compress photos, videos, and raw data.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Strict 16 MB to 100 MB caps on standard messaging apps.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Document modes are cumbersome for multi-file transfers.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645920"/>
            <a:ext cx="25146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lide_2_img_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92024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2468880"/>
            <a:ext cx="1965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Files Never Vanish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Files uploaded to the cloud linger indefinitely.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Abandoned links leave personal notes and assignments exposed.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No built-in auto-destruct or owner-controlled emergency purge.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645920"/>
            <a:ext cx="25146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_2_img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92024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98280" y="2468880"/>
            <a:ext cx="1965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Nearby Sharing Fails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AirDrop is restricted strictly to Apple devices.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Android Nearby / Quick Share fails on mixed platforms.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College &amp; public Wi-Fi blocks peer-to-peer device discovery.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THE QUICKSHARE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Three Versatile Transfer Mechanisms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Designed for immediate, frictionless transfer with zero mandatory sign-ups.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_3_img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92024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246888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1. Six-Digit Quick Codes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The sender receives a random 6-digit code (e.g. 839 204).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The receiver navigates to 'Receive', enters the code, and gets the files.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100% zero-login instant pickup on any phone, tablet, or PC.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Brute-force protected via progressive rate-limiting &amp; session expiry.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3_img_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92024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63440" y="246888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2. Direct In-App Inbox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Send files directly to any registered classmate (@username).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WhatsApp-style delivery status checkmarks: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✓ Sent to server &amp; encrypted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✓✓ Delivered to recipient inbox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✓✓ (Green) Downloaded by recipient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Recipients can preview, rename, download, or decline.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lide_3_img_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92024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1040" y="246888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3. Ephemeral Links &amp; QR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128-bit cryptographically random URLs for instant browser downloads.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High-contrast QR code for instant smartphone camera scanning.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Custom auto-delete timer (1h, 6h, 24h, 3d, 7d).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Owner secret 192-bit delete key for instant physical file purge.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END-TO-END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Six Parts, One Seamless Flow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How files move safely from sender to receiver and cleanly self-destruct.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_4_img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92024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2468880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1. Client Browser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React 18 + Vite SPA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Drag &amp; drop files or enter 6-digit code. Works on iOS, Android, Windows, Mac.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3832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4_img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92024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2468880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2. Edge CDN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Vercel Global CDN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Sub-second frontend delivery with SSL termination and automatic edge caching.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645920"/>
            <a:ext cx="33832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lide_4_img_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92024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2468880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3. REST API Server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Node.js + Express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Handles uploads, JWT auth, rate limiting, and generates 128-bit tokens.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33832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_4_img_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0624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5840" y="4754880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4. Cloud Database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TiDB Serverless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Cloud MySQL 8 wire-compatible engine stores metadata, expiry, and groups.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931920"/>
            <a:ext cx="33832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lide_4_img_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420624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0" y="4754880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5. Object Storage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Supabase S3 Bucket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Secure binary file repository with streaming downloads and ZIP archiving.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931920"/>
            <a:ext cx="33832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lide_4_img_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0" y="420624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38160" y="4754880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6. Auto-Cleaner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Node-Cron Service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Runs every 15 minutes, permanently purging expired files from S3 and TiDB.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PRODUCTION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Full Technology Stack Behind QuickShare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Engineered for speed, security, and ₹0 operational expenditure.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_4_img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92024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2468880"/>
            <a:ext cx="1965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Frontend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React 18 (Component Architecture)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Vite (Lightning-fast HMR &amp; build)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Tailwind CSS (Responsive styling)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Lucide React (Modern iconography)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Axios (Real-time progress bars)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QRCode.react (Instant camera QR)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5146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4_img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192024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03320" y="2468880"/>
            <a:ext cx="1965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Backend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Node.js v22+ (Native ESM runtime)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Express.js (REST API endpoints)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Multer (Disk &amp; stream handling)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Archiver (On-the-fly ZIP generation)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Bcryptjs (Cryptographic salt hashing)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Node-cron (Automated background cleanup)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645920"/>
            <a:ext cx="25146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lide_4_img_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92024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2468880"/>
            <a:ext cx="1965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Database &amp; Storage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TiDB Serverless (Cloud MySQL 8)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Native SQLite (Zero-config local engine)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mysql2 (Parameterized prepared queries)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Supabase S3 Object Storage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AWS S3 SDK v3 (Cloud storage client)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Dual Driver (Local disk / S3 Cloud)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645920"/>
            <a:ext cx="25146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_4_img_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92024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98280" y="2468880"/>
            <a:ext cx="1965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Hosting &amp; DevOps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Vercel (Frontend Edge hosting)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Render (Backend Node.js service)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GitHub (Version control &amp; CI/CD)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Jest + Supertest (53 automated tests)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100% Automated Test Passing Rate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Auto-Deploy on Git Push to 'main'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SECURITY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Six Pillars of Privacy &amp; Safety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Protecting sender files, receiver safety, and preventing unauthorized access.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_6_img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92024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2468880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Unguessable 128-Bit Tokens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Generated via crypto.randomBytes(16)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Over 3.4 x 10^38 possible combinations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Immune to URL scanning or dictionary guessing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3832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6_img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92024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2468880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Owner Secret Delete Key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Separate 192-bit cryptographic key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Only the sender holds this private key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Allows instant physical purge at any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645920"/>
            <a:ext cx="33832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lide_6_img_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92024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2468880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Malicious Executable Blocklist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Blocks .exe, .bat, .sh, .vbs, .msi, .php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Protects college networks and recipient devices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MIME-type validation &amp; extension verification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33832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_6_img_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0624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5840" y="4754880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Rate Limiting &amp; Anti-Brute Force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Express-rate-limit locks IP after repeated fails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Guards 6-digit codes against rapid guessing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Protects backend API endpoints from 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931920"/>
            <a:ext cx="33832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60520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Burn-on-Download Mode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Files automatically delete after 1st download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Zero trace left on cloud storage servers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Ideal for sensitive exam papers and credentials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3931920"/>
            <a:ext cx="33832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4160520"/>
            <a:ext cx="2834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Bcrypt Password Encryption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Optional password protection on any transfer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Bcrypt salted hashing protects transfer access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Requires receiver unlock before previewing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FEATURE SPOTLIGHT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6-Digit Quick Transfer &amp; Direct User Inboxes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Zero-friction file exchange with real-time WhatsApp-style delivery checkmarks.</a:t>
            </a:r>
          </a:p>
        </p:txBody>
      </p:sp>
      <p:pic>
        <p:nvPicPr>
          <p:cNvPr id="5" name="Picture 4" descr="feat_code_in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645920"/>
            <a:ext cx="38404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2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Why Users Love This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Instant 6-Digit Code: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Receiver enters code on any phone or laptop.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No account creation or email verification required.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Codes expire and auto-delete with the session.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Direct In-App Inbox: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Dispatch directly to registered usernames (@alice).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WhatsApp-style audit checkmarks: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  ✓ Single grey: Sent to server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  ✓✓ Double grey: Delivered to recipient's inbox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  ✓✓ Double green: Recipient downloaded the files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Senders can include helpful notes or instructions.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Inline file rename and batch ZIP download.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FEATURE SPOTLIGHT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Study Groups, Live Chat &amp; File Collaboration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 modern collaborative workspace built for college project teams and study circles.</a:t>
            </a:r>
          </a:p>
        </p:txBody>
      </p:sp>
      <p:pic>
        <p:nvPicPr>
          <p:cNvPr id="5" name="Picture 4" descr="feat_group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645920"/>
            <a:ext cx="38404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2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Group Capabilities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Real-Time Team Messaging: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WhatsApp-style chat bubbles with timestamps.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Sender initials and colored avatar badges.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Integrated emoji picker and rich text notes.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Advanced Attachment Staging: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Upload multiple project files to the group.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Preview and rename files (pencil ✏️) before send.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Dedicated 'Files Tab' for all group materials.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Individual file deletion &amp; batch ZIP archive.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Seamless Group Invites: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1-Click WhatsApp and Telegram invite links.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High-contrast QR code for instant phone joining.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FEATURE SPOTLIGHT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Personal Cloud Drive &amp; Enterprise Lifecycle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Full visibility, category filtering, and owner control over every shared asset.</a:t>
            </a:r>
          </a:p>
        </p:txBody>
      </p:sp>
      <p:pic>
        <p:nvPicPr>
          <p:cNvPr id="5" name="Picture 4" descr="feat_my_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645920"/>
            <a:ext cx="38404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2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Drive Management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Free Storage Quota Management: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Real-time quota progress bar (1024 MB free).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Instant tracking of active vs expired storage.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Smart Category Filtering: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Filter by All, Images, Documents, Media, Archives.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Trash Bin filter for soft-deleted transfers.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Safety &amp; Instant Recovery: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Soft-Delete to Trash: Protects against accidents.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1-Click Restore: Restores active share status.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Inline File Rename: Customize names on the fly.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Secret Delete Key: Permanently destroys files from S3 cloud storage immediately.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FEATURE SPOTLIGHT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Responsive Mobile Ergonomics &amp; Desktop Polish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Engineered for one-handed phone reach and expansive 4K desktop clarity.</a:t>
            </a:r>
          </a:p>
        </p:txBody>
      </p:sp>
      <p:pic>
        <p:nvPicPr>
          <p:cNvPr id="5" name="Picture 4" descr="feat_mobile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645920"/>
            <a:ext cx="38404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2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UX Highlights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Docked Mobile Bottom Navigation: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Native app-style thumb reachability on mobile.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Instant access to Transfer, Inbox, Files &amp; Groups.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Live unread notification count badge.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Zero-Clipping Responsive Layout: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Fully optimized for narrow 320px–420px screens.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Chat send buttons never cut off or wrapped.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Action buttons smoothly flex down on mobile.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Desktop Visual Excellence: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Ambient radial mesh background in Light &amp; Dark modes.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Expanded max-w-5xl canvas width on 1440p / 4K.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Zero layout shift during tab switches.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COST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Runs for ₹0 / Month — Zero Paid Tiers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Demonstrating modern cloud cost engineering with zero credit card requirements.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0116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43F5E"/>
                </a:solidFill>
                <a:latin typeface="Segoe UI"/>
              </a:defRPr>
            </a:pPr>
            <a:r>
              <a:t>₹0 / Month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Total Monthly Expense</a:t>
            </a:r>
          </a:p>
          <a:p>
            <a:pPr algn="ctr"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100% Free Forever</a:t>
            </a:r>
            <a:br/>
            <a:r>
              <a:t>No credit card needed</a:t>
            </a:r>
            <a:br/>
            <a:r>
              <a:t>Production 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1645920"/>
            <a:ext cx="20116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1" y="192024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18CF8"/>
                </a:solidFill>
                <a:latin typeface="Segoe UI"/>
              </a:defRPr>
            </a:pPr>
            <a:r>
              <a:t>100 GB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Vercel Edge Hosting</a:t>
            </a:r>
          </a:p>
          <a:p>
            <a:pPr algn="ctr"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Global Edge CDN</a:t>
            </a:r>
            <a:br/>
            <a:r>
              <a:t>Unlimited deployments</a:t>
            </a:r>
            <a:br/>
            <a:r>
              <a:t>Custom domain &amp; SSL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645920"/>
            <a:ext cx="20116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192024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512 MB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Render Web Service</a:t>
            </a:r>
          </a:p>
          <a:p>
            <a:pPr algn="ctr"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750 free hours/month</a:t>
            </a:r>
            <a:br/>
            <a:r>
              <a:t>Fast Node.js runtime</a:t>
            </a:r>
            <a:br/>
            <a:r>
              <a:t>Automated Git builds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45920"/>
            <a:ext cx="20116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192024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43F5E"/>
                </a:solidFill>
                <a:latin typeface="Segoe UI"/>
              </a:defRPr>
            </a:pPr>
            <a:r>
              <a:t>5 GB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TiDB Serverless</a:t>
            </a:r>
          </a:p>
          <a:p>
            <a:pPr algn="ctr"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Cloud MySQL 8 database</a:t>
            </a:r>
            <a:br/>
            <a:r>
              <a:t>50M Request Units/mo</a:t>
            </a:r>
            <a:br/>
            <a:r>
              <a:t>Multi-zone redundancy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645920"/>
            <a:ext cx="20116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1920240"/>
            <a:ext cx="1737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18CF8"/>
                </a:solidFill>
                <a:latin typeface="Segoe UI"/>
              </a:defRPr>
            </a:pPr>
            <a:r>
              <a:t>1 GB</a:t>
            </a:r>
          </a:p>
          <a:p>
            <a:pPr algn="ctr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Supabase S3 Storage</a:t>
            </a:r>
          </a:p>
          <a:p>
            <a:pPr algn="ctr">
              <a:spcBef>
                <a:spcPts val="1600"/>
              </a:spcBef>
              <a:defRPr sz="1100">
                <a:solidFill>
                  <a:srgbClr val="94A3B8"/>
                </a:solidFill>
              </a:defRPr>
            </a:pPr>
            <a:r>
              <a:t>S3-compatible bucket</a:t>
            </a:r>
            <a:br/>
            <a:r>
              <a:t>Streaming downloads</a:t>
            </a:r>
            <a:br/>
            <a:r>
              <a:t>Automated purge cron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PRODUCTION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Tested, Verified &amp; Running Live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Rigorous automated testing and live production cloud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_8_img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92024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246888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Automated Test Coverage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53 / 53 Jest automated platform tests passing (100%).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Tests verify auth, quotas, rate limiting, and uploads.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Verified 6-digit code lookup and recipient inbox delivery.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Group creation, chat messaging, and file deletion verified.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Owner-only revocation with physical file purge verified.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7452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Cross-Device Compatibility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Tested and responsive across platforms: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Android (Chrome, Brave, Samsung Internet)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iOS / iPadOS (Safari, Chrome)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Windows 11 (Edge, Chrome, Firefox)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• macOS (Safari, Chrome)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Native docked bottom navigation on mobile.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Zero layout shift, 100% thumb-reach ergonomics.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7452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Live Deployment Links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Frontend Web Application: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https://quickshare-nbkr.vercel.app/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Backend REST API: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https://share-api-0xvn.onrender.com/api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GitHub Open-Source Repository: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https://github.com/sathidevivaraprasadreddy/share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Cloud Infrastructure: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  TiDB Serverless + Supabase S3 Object Storage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_1_im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1097280" cy="1097280"/>
          </a:xfrm>
          <a:prstGeom prst="rect">
            <a:avLst/>
          </a:prstGeom>
        </p:spPr>
      </p:pic>
      <p:pic>
        <p:nvPicPr>
          <p:cNvPr id="4" name="Picture 3" descr="slide_1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548640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54864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N.B.K.R. INSTITUTE OF SCIENCE &amp; TECHNOLOGY</a:t>
            </a:r>
          </a:p>
          <a:p>
            <a:pPr algn="ctr">
              <a:defRPr sz="1300" b="1">
                <a:solidFill>
                  <a:srgbClr val="F43F5E"/>
                </a:solidFill>
              </a:defRPr>
            </a:pPr>
            <a:r>
              <a:t>Department of Computer Science &amp;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011680"/>
            <a:ext cx="944849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286000"/>
            <a:ext cx="85340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43F5E"/>
                </a:solidFill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FFFFFF"/>
                </a:solidFill>
              </a:defRPr>
            </a:pPr>
            <a:r>
              <a:t>Questions &amp; Demonstration</a:t>
            </a:r>
          </a:p>
          <a:p>
            <a:pPr algn="ctr">
              <a:spcBef>
                <a:spcPts val="1600"/>
              </a:spcBef>
              <a:defRPr sz="1600" b="1">
                <a:solidFill>
                  <a:srgbClr val="94A3B8"/>
                </a:solidFill>
              </a:defRPr>
            </a:pPr>
            <a:r>
              <a:t>Prasad  •  Arif  •  Rasikh  •  Rehan  •  Syam</a:t>
            </a:r>
          </a:p>
          <a:p>
            <a:pPr algn="ctr">
              <a:spcBef>
                <a:spcPts val="1600"/>
              </a:spcBef>
              <a:defRPr sz="1300">
                <a:solidFill>
                  <a:srgbClr val="10B981"/>
                </a:solidFill>
              </a:defRPr>
            </a:pPr>
            <a:r>
              <a:t>Try QuickShare Live: https://quickshare-nbkr.vercel.app/</a:t>
            </a:r>
            <a:br/>
            <a:r>
              <a:t>GitHub: https://github.com/sathidevivaraprasadreddy/share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