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_1_img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48640"/>
            <a:ext cx="1097280" cy="1097280"/>
          </a:xfrm>
          <a:prstGeom prst="rect">
            <a:avLst/>
          </a:prstGeom>
        </p:spPr>
      </p:pic>
      <p:pic>
        <p:nvPicPr>
          <p:cNvPr id="4" name="Picture 3" descr="slide_1_img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548640"/>
            <a:ext cx="1097280" cy="1097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11680" y="5486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N.B.K.R. INSTITUTE OF SCIENCE &amp; TECHNOLOGY</a:t>
            </a:r>
          </a:p>
          <a:p>
            <a:pPr algn="ctr">
              <a:defRPr sz="1300" b="1">
                <a:solidFill>
                  <a:srgbClr val="F43F5E"/>
                </a:solidFill>
              </a:defRPr>
            </a:pPr>
            <a:r>
              <a:t>Department of Computer Science &amp; Engineering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10728655" cy="1920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1014984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43F5E"/>
                </a:solidFill>
                <a:latin typeface="Segoe UI"/>
              </a:defRPr>
            </a:pPr>
            <a:r>
              <a:t>QuickShare</a:t>
            </a:r>
          </a:p>
          <a:p>
            <a:pPr>
              <a:spcBef>
                <a:spcPts val="400"/>
              </a:spcBef>
              <a:defRPr sz="1600" b="1">
                <a:solidFill>
                  <a:srgbClr val="FFFFFF"/>
                </a:solidFill>
              </a:defRPr>
            </a:pPr>
            <a:r>
              <a:t>Ephemeral Cross-Device File Sharing Platform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Zero-Login 6-Digit Transfers, Recipient Inboxes, Study Groups &amp; Personal Cloud Drive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3657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43F5E"/>
                </a:solidFill>
              </a:defRPr>
            </a:pPr>
            <a:r>
              <a:t>PROJECT SUPERVISOR: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Dr. M. Sivapratap Reddy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Professor, Department of CSE</a:t>
            </a:r>
            <a:br/>
            <a:r>
              <a:t>NBKRIST, Vidyanagar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4114800"/>
            <a:ext cx="68580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43F5E"/>
                </a:solidFill>
              </a:defRPr>
            </a:pPr>
            <a:r>
              <a:t>PROJECT TEAM MEMBERS:</a:t>
            </a:r>
          </a:p>
          <a:p>
            <a:pPr>
              <a:spcBef>
                <a:spcPts val="200"/>
              </a:spcBef>
              <a:defRPr sz="1200">
                <a:solidFill>
                  <a:srgbClr val="E2E8F0"/>
                </a:solidFill>
              </a:defRPr>
            </a:pPr>
            <a:r>
              <a:t>24KB1A05GP  —  S D Vara Prasad Reddy</a:t>
            </a:r>
          </a:p>
          <a:p>
            <a:pPr>
              <a:spcBef>
                <a:spcPts val="200"/>
              </a:spcBef>
              <a:defRPr sz="1200">
                <a:solidFill>
                  <a:srgbClr val="E2E8F0"/>
                </a:solidFill>
              </a:defRPr>
            </a:pPr>
            <a:r>
              <a:t>24KB1A05HD  —  Shaik Arif</a:t>
            </a:r>
          </a:p>
          <a:p>
            <a:pPr>
              <a:spcBef>
                <a:spcPts val="200"/>
              </a:spcBef>
              <a:defRPr sz="1200">
                <a:solidFill>
                  <a:srgbClr val="E2E8F0"/>
                </a:solidFill>
              </a:defRPr>
            </a:pPr>
            <a:r>
              <a:t>24KB1A05HW  —  Sk Mohammed Rasikh</a:t>
            </a:r>
          </a:p>
          <a:p>
            <a:pPr>
              <a:spcBef>
                <a:spcPts val="200"/>
              </a:spcBef>
              <a:defRPr sz="1200">
                <a:solidFill>
                  <a:srgbClr val="E2E8F0"/>
                </a:solidFill>
              </a:defRPr>
            </a:pPr>
            <a:r>
              <a:t>24KB1A05JE  —  Shaik Rehan</a:t>
            </a:r>
          </a:p>
          <a:p>
            <a:pPr>
              <a:spcBef>
                <a:spcPts val="200"/>
              </a:spcBef>
              <a:defRPr sz="1200">
                <a:solidFill>
                  <a:srgbClr val="E2E8F0"/>
                </a:solidFill>
              </a:defRPr>
            </a:pPr>
            <a:r>
              <a:t>24KB1A05NB  —  Veeravalli Syam Sundar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Problem Statement &amp; Engineering Objectives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Addressing the friction and privacy vulnerabilities of existing file transfer tools.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43F5E"/>
                </a:solidFill>
                <a:latin typeface="Segoe UI"/>
              </a:defRPr>
            </a:pPr>
            <a:r>
              <a:t>Current Limitations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Mandatory accounts: Google Drive and OneDrive force permissions and logins.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Heavy compression: Chat applications degrade photos and limit file sizes.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Lingering cloud files: Abandoned links remain accessible indefinitely.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OS barriers: AirDrop and Nearby Share fail across mixed platforms.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18CF8"/>
                </a:solidFill>
                <a:latin typeface="Segoe UI"/>
              </a:defRPr>
            </a:pPr>
            <a:r>
              <a:t>QuickShare Objectives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Zero-login sharing: Transfer files instantly without creating accounts.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Automated lifecycle: Scheduled file expiration and immediate physical purge.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Cross-platform parity: Works across Android, iOS, Windows, Mac, and Linux.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Zero hosting expense: Operates 100% on free cloud tiers with no credit cards.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12064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29768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Three Transfer Modes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6-Digit Quick Code: Instant pickup via a simple random code.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Direct In-App Inbox: Transfer directly to registered usernames (@username).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Encrypted Links &amp; QR: Ephemeral URLs with camera QR code scanning.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114800"/>
            <a:ext cx="52120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29768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43F5E"/>
                </a:solidFill>
                <a:latin typeface="Segoe UI"/>
              </a:defRPr>
            </a:pPr>
            <a:r>
              <a:t>Built for Security &amp; Speed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Bcrypt password protection and burn-on-download support.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Owner-only secret 24-byte deletion key for early destruction.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Automated background cleanup cron runs every 15 minutes.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Six-Tier Cloud Topology &amp; Data Flow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A modular, scalable architecture operating entirely within free cloud quotas.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926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43F5E"/>
                </a:solidFill>
                <a:latin typeface="Segoe UI"/>
              </a:defRPr>
            </a:pPr>
            <a:r>
              <a:t>1. Client Browser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React 18 + Vite SPA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Responsive single-page application with dark/light mode and mobile navigation.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645920"/>
            <a:ext cx="3383280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828800"/>
            <a:ext cx="2926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18CF8"/>
                </a:solidFill>
                <a:latin typeface="Segoe UI"/>
              </a:defRPr>
            </a:pPr>
            <a:r>
              <a:t>2. Edge CDN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Vercel Global Edge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High-speed frontend asset delivery with automatic SSL and edge caching.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645920"/>
            <a:ext cx="3383280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1828800"/>
            <a:ext cx="2926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43F5E"/>
                </a:solidFill>
                <a:latin typeface="Segoe UI"/>
              </a:defRPr>
            </a:pPr>
            <a:r>
              <a:t>3. REST API Service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Node.js 22+ &amp; Express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Central controller for uploads, auth, rate limiting, and 6-digit code resolution.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3383280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114800"/>
            <a:ext cx="2926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18CF8"/>
                </a:solidFill>
                <a:latin typeface="Segoe UI"/>
              </a:defRPr>
            </a:pPr>
            <a:r>
              <a:t>4. Cloud Database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TiDB Serverless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Cloud MySQL 8 compatible database storing sessions, users, groups, and logs.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3931920"/>
            <a:ext cx="3383280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4114800"/>
            <a:ext cx="2926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43F5E"/>
                </a:solidFill>
                <a:latin typeface="Segoe UI"/>
              </a:defRPr>
            </a:pPr>
            <a:r>
              <a:t>5. Object Storage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Supabase S3 Bucket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Secure binary repository with streaming downloads and streaming ZIP packaging.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3931920"/>
            <a:ext cx="3383280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4114800"/>
            <a:ext cx="2926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18CF8"/>
                </a:solidFill>
                <a:latin typeface="Segoe UI"/>
              </a:defRPr>
            </a:pPr>
            <a:r>
              <a:t>6. Auto-Cleaner Cron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Node-Cron Service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Background task executing every 15 minutes to purge expired files from S3.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REAL APPLICATION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Transfer Dashboard: Primary Send Interface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Live desktop screenshot of the QuickShare upload workspace.</a:t>
            </a:r>
          </a:p>
        </p:txBody>
      </p:sp>
      <p:pic>
        <p:nvPicPr>
          <p:cNvPr id="5" name="Picture 4" descr="01_transfe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858000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63840" y="1645920"/>
            <a:ext cx="356616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83880" y="1874519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43F5E"/>
                </a:solidFill>
                <a:latin typeface="Segoe UI"/>
              </a:defRPr>
            </a:pPr>
            <a:r>
              <a:t>Send Functions &amp; Controls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Drag &amp; drop upload zone supporting up to 10 files simultaneously.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File size presets (10 MB, 25 MB, 50 MB) and live upload progress tracking.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Custom expiration timer: 1 Hour, 6 Hours, 24 Hours, 3 Days, or 7 Days.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Security settings: Optional password protection using Bcrypt encryption.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Burn-on-Download: Automatically deletes files after the first download.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Direct Inbox delivery toggle: Dispatch straight to a classmate's account.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REAL APPLICATION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Receive Interface: Instant 6-Digit Code Lookup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Live desktop screenshot of the 6-digit code redemption workflow.</a:t>
            </a:r>
          </a:p>
        </p:txBody>
      </p:sp>
      <p:pic>
        <p:nvPicPr>
          <p:cNvPr id="5" name="Picture 4" descr="02_receive_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858000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63840" y="1645920"/>
            <a:ext cx="356616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83880" y="1874519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43F5E"/>
                </a:solidFill>
                <a:latin typeface="Segoe UI"/>
              </a:defRPr>
            </a:pPr>
            <a:r>
              <a:t>Zero-Login Receive Workflow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Receiver enters a 6-digit transfer code (e.g., 839 204) to access files.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No account creation, email confirmation, or password required.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Download options: Single-file download or complete ZIP archive download.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Password verification prompt displayed automatically for protected shares.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Progressive rate-limiting protects against brute-force guessing attempts.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Instant smartphone camera pickup available via high-contrast QR code.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REAL APPLICATION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Direct In-App Inbox &amp; Delivery Audit Status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Live desktop screenshot of the recipient inbox management view.</a:t>
            </a:r>
          </a:p>
        </p:txBody>
      </p:sp>
      <p:pic>
        <p:nvPicPr>
          <p:cNvPr id="5" name="Picture 4" descr="07_inbox_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858000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63840" y="1645920"/>
            <a:ext cx="356616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83880" y="1874519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43F5E"/>
                </a:solidFill>
                <a:latin typeface="Segoe UI"/>
              </a:defRPr>
            </a:pPr>
            <a:r>
              <a:t>Inbox Features &amp; Audit Checkmarks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Direct user-to-user dispatch: Send files directly to @username.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WhatsApp-style delivery status checkmarks: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  • Single tick: Sent and encrypted on server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  • Double tick: Delivered to recipient's inbox queue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  • Double green tick: Recipient downloaded the files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Sender notes: Senders can attach instructions or context to transfers.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Inline file renaming: Recipients can customize file display names.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Batch actions: Download individual items or download all as a ZIP file.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REAL APPLICATION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Study Groups &amp; Real-Time Chat Collaboration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Live desktop screenshot of team group workspaces.</a:t>
            </a:r>
          </a:p>
        </p:txBody>
      </p:sp>
      <p:pic>
        <p:nvPicPr>
          <p:cNvPr id="5" name="Picture 4" descr="06_groups_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858000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63840" y="1645920"/>
            <a:ext cx="356616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83880" y="1874519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43F5E"/>
                </a:solidFill>
                <a:latin typeface="Segoe UI"/>
              </a:defRPr>
            </a:pPr>
            <a:r>
              <a:t>Group Collaboration Highlights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Project workspaces: Create named groups for project teams and classes.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Real-time chat: WhatsApp-style message bubbles with timestamps.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File attachments: Attach files directly inside conversation streams.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Staging drawer: Preview and rename files before sending them to the group.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Dedicated Files Tab: Centralized repository for all group project files.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Quick invites: 1-Click invite link sharing via WhatsApp and QR code.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REAL APPLICATION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Personal Cloud Drive &amp; Storage Lifecycle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Live desktop screenshot of the personal file management console.</a:t>
            </a:r>
          </a:p>
        </p:txBody>
      </p:sp>
      <p:pic>
        <p:nvPicPr>
          <p:cNvPr id="5" name="Picture 4" descr="05_my_files_dr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858000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63840" y="1645920"/>
            <a:ext cx="356616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83880" y="1874519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43F5E"/>
                </a:solidFill>
                <a:latin typeface="Segoe UI"/>
              </a:defRPr>
            </a:pPr>
            <a:r>
              <a:t>File Management &amp; Quota Tracking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Free storage quota: Live progress bar tracking usage (1024 MB quota).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Smart category filtering: All Files, Images, Documents, Media, and Archives.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Trash Bin management: Soft-delete files with 1-click instant restoration.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Inline rename: Edit file names directly without re-uploading.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Secret owner delete key: 24-byte cryptographic token for immediate purge.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Full audit details: View download counts, creation dates, and expiration times.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REAL APPLICATION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Responsive Mobile Design &amp; Docked Navigation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Live mobile screenshot captured on modern smartphone viewport (390 x 844).</a:t>
            </a:r>
          </a:p>
        </p:txBody>
      </p:sp>
      <p:pic>
        <p:nvPicPr>
          <p:cNvPr id="5" name="Picture 4" descr="03_mobile_docked_na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3108960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114800" y="1645920"/>
            <a:ext cx="731520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34840" y="1874519"/>
            <a:ext cx="6675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43F5E"/>
                </a:solidFill>
                <a:latin typeface="Segoe UI"/>
              </a:defRPr>
            </a:pPr>
            <a:r>
              <a:t>Mobile Ergonomics &amp; Responsive Polish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Docked bottom navigation bar: Thumb-friendly reach for all primary tabs.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Instant navigation between Transfer, Inbox, My Files, Groups, and Activity.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Live badge notification: Displays unread transfer count on the Inbox icon.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Zero-clipping layout: Guaranteed full visibility on narrow 320px–420px screens.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Touch-optimized buttons: Clean touch targets prevent accidental clicks.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No layout shift: Smooth, instant transitions between desktop and mobile.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REAL APPLICATION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Night Mode &amp; Visual Accessibility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Live desktop screenshot showing the high-contrast dark theme.</a:t>
            </a:r>
          </a:p>
        </p:txBody>
      </p:sp>
      <p:pic>
        <p:nvPicPr>
          <p:cNvPr id="5" name="Picture 4" descr="09_night_mode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858000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63840" y="1645920"/>
            <a:ext cx="356616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83880" y="1874519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43F5E"/>
                </a:solidFill>
                <a:latin typeface="Segoe UI"/>
              </a:defRPr>
            </a:pPr>
            <a:r>
              <a:t>Visual Design &amp; Accessibility Features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Ambient radial canvas: Subtle depth mesh designed for extended use.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1-Click theme toggle: Instant switch between Day (Light) and Night (Dark) mode.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Persistent user preference: Saved in browser local storage automatically.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WCAG-compliant contrast: High-contrast text ensures readable code displays.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Reduced eye strain: Optimal for evening study sessions and low-light labs.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Consistent UI language across all modals, drawers, and form controls.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ENGINEERING SPECIFICATIONS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Technology Stack &amp; ₹0 Cloud Economics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Demonstrating modern architectural efficiency with zero financial overhead.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0116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1737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43F5E"/>
                </a:solidFill>
                <a:latin typeface="Segoe UI"/>
              </a:defRPr>
            </a:pPr>
            <a:r>
              <a:t>₹0 / Month</a:t>
            </a:r>
          </a:p>
          <a:p>
            <a:pPr algn="ctr">
              <a:spcBef>
                <a:spcPts val="800"/>
              </a:spcBef>
              <a:defRPr sz="1200" b="1">
                <a:solidFill>
                  <a:srgbClr val="FFFFFF"/>
                </a:solidFill>
              </a:defRPr>
            </a:pPr>
            <a:r>
              <a:t>Total Hosting Cost</a:t>
            </a:r>
          </a:p>
          <a:p>
            <a:pPr algn="ctr">
              <a:spcBef>
                <a:spcPts val="1400"/>
              </a:spcBef>
              <a:defRPr sz="1100">
                <a:solidFill>
                  <a:srgbClr val="94A3B8"/>
                </a:solidFill>
              </a:defRPr>
            </a:pPr>
            <a:r>
              <a:t>100% Free Forever</a:t>
            </a:r>
            <a:br/>
            <a:r>
              <a:t>No credit card required</a:t>
            </a:r>
            <a:br/>
            <a:r>
              <a:t>Production-ready SLA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07791" y="1645920"/>
            <a:ext cx="20116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44951" y="1920240"/>
            <a:ext cx="1737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818CF8"/>
                </a:solidFill>
                <a:latin typeface="Segoe UI"/>
              </a:defRPr>
            </a:pPr>
            <a:r>
              <a:t>100 GB</a:t>
            </a:r>
          </a:p>
          <a:p>
            <a:pPr algn="ctr">
              <a:spcBef>
                <a:spcPts val="800"/>
              </a:spcBef>
              <a:defRPr sz="1200" b="1">
                <a:solidFill>
                  <a:srgbClr val="FFFFFF"/>
                </a:solidFill>
              </a:defRPr>
            </a:pPr>
            <a:r>
              <a:t>Vercel Edge CDN</a:t>
            </a:r>
          </a:p>
          <a:p>
            <a:pPr algn="ctr">
              <a:spcBef>
                <a:spcPts val="1400"/>
              </a:spcBef>
              <a:defRPr sz="1100">
                <a:solidFill>
                  <a:srgbClr val="94A3B8"/>
                </a:solidFill>
              </a:defRPr>
            </a:pPr>
            <a:r>
              <a:t>React 18 &amp; Vite SPA</a:t>
            </a:r>
            <a:br/>
            <a:r>
              <a:t>Global edge caching</a:t>
            </a:r>
            <a:br/>
            <a:r>
              <a:t>Automatic SSL &amp; CI/CD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84064" y="1645920"/>
            <a:ext cx="20116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21224" y="1920240"/>
            <a:ext cx="1737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0B981"/>
                </a:solidFill>
                <a:latin typeface="Segoe UI"/>
              </a:defRPr>
            </a:pPr>
            <a:r>
              <a:t>512 MB</a:t>
            </a:r>
          </a:p>
          <a:p>
            <a:pPr algn="ctr">
              <a:spcBef>
                <a:spcPts val="800"/>
              </a:spcBef>
              <a:defRPr sz="1200" b="1">
                <a:solidFill>
                  <a:srgbClr val="FFFFFF"/>
                </a:solidFill>
              </a:defRPr>
            </a:pPr>
            <a:r>
              <a:t>Render API Service</a:t>
            </a:r>
          </a:p>
          <a:p>
            <a:pPr algn="ctr">
              <a:spcBef>
                <a:spcPts val="1400"/>
              </a:spcBef>
              <a:defRPr sz="1100">
                <a:solidFill>
                  <a:srgbClr val="94A3B8"/>
                </a:solidFill>
              </a:defRPr>
            </a:pPr>
            <a:r>
              <a:t>Node.js 22+ &amp; Express</a:t>
            </a:r>
            <a:br/>
            <a:r>
              <a:t>REST API &amp; WebSockets</a:t>
            </a:r>
            <a:br/>
            <a:r>
              <a:t>750 free hours/month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0336" y="1645920"/>
            <a:ext cx="20116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97496" y="1920240"/>
            <a:ext cx="1737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43F5E"/>
                </a:solidFill>
                <a:latin typeface="Segoe UI"/>
              </a:defRPr>
            </a:pPr>
            <a:r>
              <a:t>5 GB</a:t>
            </a:r>
          </a:p>
          <a:p>
            <a:pPr algn="ctr">
              <a:spcBef>
                <a:spcPts val="800"/>
              </a:spcBef>
              <a:defRPr sz="1200" b="1">
                <a:solidFill>
                  <a:srgbClr val="FFFFFF"/>
                </a:solidFill>
              </a:defRPr>
            </a:pPr>
            <a:r>
              <a:t>TiDB Serverless</a:t>
            </a:r>
          </a:p>
          <a:p>
            <a:pPr algn="ctr">
              <a:spcBef>
                <a:spcPts val="1400"/>
              </a:spcBef>
              <a:defRPr sz="1100">
                <a:solidFill>
                  <a:srgbClr val="94A3B8"/>
                </a:solidFill>
              </a:defRPr>
            </a:pPr>
            <a:r>
              <a:t>Cloud MySQL 8 engine</a:t>
            </a:r>
            <a:br/>
            <a:r>
              <a:t>50M Request Units/month</a:t>
            </a:r>
            <a:br/>
            <a:r>
              <a:t>Dual SQLite dev driver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36608" y="1645920"/>
            <a:ext cx="20116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73768" y="1920240"/>
            <a:ext cx="1737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818CF8"/>
                </a:solidFill>
                <a:latin typeface="Segoe UI"/>
              </a:defRPr>
            </a:pPr>
            <a:r>
              <a:t>1 GB</a:t>
            </a:r>
          </a:p>
          <a:p>
            <a:pPr algn="ctr">
              <a:spcBef>
                <a:spcPts val="800"/>
              </a:spcBef>
              <a:defRPr sz="1200" b="1">
                <a:solidFill>
                  <a:srgbClr val="FFFFFF"/>
                </a:solidFill>
              </a:defRPr>
            </a:pPr>
            <a:r>
              <a:t>Supabase S3 Storage</a:t>
            </a:r>
          </a:p>
          <a:p>
            <a:pPr algn="ctr">
              <a:spcBef>
                <a:spcPts val="1400"/>
              </a:spcBef>
              <a:defRPr sz="1100">
                <a:solidFill>
                  <a:srgbClr val="94A3B8"/>
                </a:solidFill>
              </a:defRPr>
            </a:pPr>
            <a:r>
              <a:t>S3-compatible bucket</a:t>
            </a:r>
            <a:br/>
            <a:r>
              <a:t>Streaming downloads</a:t>
            </a:r>
            <a:br/>
            <a:r>
              <a:t>Automated purge cron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PRODUCTION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Automated Testing &amp; Live Deployment Proof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Validated through comprehensive test suites and active cloud deployment.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Automated Test Coverage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53 / 53 Jest automated platform tests passing (100%).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Authentication: Registration, bcrypt hashing, JWT issuance.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Upload engine: File sanitization, SHA-256 hashes, size quotas.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6-Digit codes: Code lookup, rate limiting, and expiry lockout.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Direct inboxes: Delivery checkmarks and view updates.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File drive: Inline rename, trash soft-delete, and restore.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Group collaboration: Chat messages, roles, and file deletion.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18CF8"/>
                </a:solidFill>
                <a:latin typeface="Segoe UI"/>
              </a:defRPr>
            </a:pPr>
            <a:r>
              <a:t>Security Verification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High-entropy tokens: 128-bit share tokens (crypto.randomBytes).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Owner secret key: 192-bit private token for physical purge.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Immediate physical purge: Revocation returns HTTP 410 Gone.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File blocklist: Blocks .exe, .bat, .sh, .vbs, .msi, and .php.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Parameterized queries: 100% protection against SQL injection.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Path traversal protection: Strict resolution against upload roots.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43F5E"/>
                </a:solidFill>
                <a:latin typeface="Segoe UI"/>
              </a:defRPr>
            </a:pPr>
            <a:r>
              <a:t>Live Production Links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Frontend Web Application: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  https://quickshare-nbkr.vercel.app/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Backend REST API Service: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  https://share-api-0xvn.onrender.com/api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API Health Check: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  https://share-api-0xvn.onrender.com/api/health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GitHub Open-Source Repository: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  https://github.com/sathidevivaraprasadreddy/share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_1_img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48640"/>
            <a:ext cx="1097280" cy="1097280"/>
          </a:xfrm>
          <a:prstGeom prst="rect">
            <a:avLst/>
          </a:prstGeom>
        </p:spPr>
      </p:pic>
      <p:pic>
        <p:nvPicPr>
          <p:cNvPr id="4" name="Picture 3" descr="slide_1_img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548640"/>
            <a:ext cx="1097280" cy="1097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0" y="54864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N.B.K.R. INSTITUTE OF SCIENCE &amp; TECHNOLOGY</a:t>
            </a:r>
          </a:p>
          <a:p>
            <a:pPr algn="ctr">
              <a:defRPr sz="1300" b="1">
                <a:solidFill>
                  <a:srgbClr val="F43F5E"/>
                </a:solidFill>
              </a:defRPr>
            </a:pPr>
            <a:r>
              <a:t>Department of Computer Science &amp; Engineering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011680"/>
            <a:ext cx="9448495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2377440"/>
            <a:ext cx="853409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43F5E"/>
                </a:solidFill>
              </a:defRPr>
            </a:pPr>
            <a:r>
              <a:t>Thank You</a:t>
            </a:r>
          </a:p>
          <a:p>
            <a:pPr algn="ctr">
              <a:spcBef>
                <a:spcPts val="600"/>
              </a:spcBef>
              <a:defRPr sz="1800" b="1">
                <a:solidFill>
                  <a:srgbClr val="FFFFFF"/>
                </a:solidFill>
              </a:defRPr>
            </a:pPr>
            <a:r>
              <a:t>Questions &amp; Technical Discussion</a:t>
            </a:r>
          </a:p>
          <a:p>
            <a:pPr algn="ctr">
              <a:spcBef>
                <a:spcPts val="1800"/>
              </a:spcBef>
              <a:defRPr sz="1400" b="1">
                <a:solidFill>
                  <a:srgbClr val="94A3B8"/>
                </a:solidFill>
              </a:defRPr>
            </a:pPr>
            <a:r>
              <a:t>S D Vara Prasad Reddy  •  Shaik Arif  •  Sk Mohammed Rasikh  •  Shaik Rehan  •  Veeravalli Syam Sundar</a:t>
            </a:r>
          </a:p>
          <a:p>
            <a:pPr algn="ctr">
              <a:spcBef>
                <a:spcPts val="1400"/>
              </a:spcBef>
              <a:defRPr sz="1200">
                <a:solidFill>
                  <a:srgbClr val="10B981"/>
                </a:solidFill>
              </a:defRPr>
            </a:pPr>
            <a:r>
              <a:t>Live Web App: https://quickshare-nbkr.vercel.app/</a:t>
            </a:r>
            <a:br/>
            <a:r>
              <a:t>GitHub: https://github.com/sathidevivaraprasadreddy/share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